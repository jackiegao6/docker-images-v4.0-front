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BE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5"/>
    <p:restoredTop sz="94515"/>
  </p:normalViewPr>
  <p:slideViewPr>
    <p:cSldViewPr snapToGrid="0">
      <p:cViewPr varScale="1">
        <p:scale>
          <a:sx n="105" d="100"/>
          <a:sy n="105" d="100"/>
        </p:scale>
        <p:origin x="1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2E4B07-7E1E-6A40-9D1B-AB3F940E500F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FEC795-0969-DD4B-A464-4FF31AC68B3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4117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FEC795-0969-DD4B-A464-4FF31AC68B30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9000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C69DE7-5944-970D-B0C7-A33E7E810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885947F-24CF-3996-7741-933F5D685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226B65-147A-11B9-25D8-715FEC1A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F7C7F0-BED9-C1BC-0863-CB3592F0B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8C4CCD-7D94-2749-B33C-7284EA915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5082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DACC3-3E63-8614-85EE-7BADAAC5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CB2769-0C2D-D48B-9A7A-D85BC67B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8BC704-B7CB-07F8-8754-F85901A18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ECD4A2-9129-0A03-68B5-F1321363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864257-E96A-C42B-8888-954FFA93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781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D07485-2892-F293-0ED6-B55BE410F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B348EF-5B12-C5F6-7C88-EED46505F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2F315C-619F-4C9A-9047-70D29A9CB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AD8553-27B9-5663-A4EE-E40581E63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0146E8-FF92-6BCE-7D62-A18DB509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5034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BAF313-B947-2065-651E-A13D467A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3F4F1D-3DE1-159F-5AF4-470B85694E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9A9198-E345-63F0-F0A8-90A7B88F6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17CFF2-2B5D-FF4F-F68B-3A5438BF4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3F1962-A7A6-7005-1AE4-219CD9B7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336F6B-5D9E-043A-2A1F-C67880DB1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264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9E5DBF-0804-80FF-4458-C68B3AD3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FD08C9-0EFC-E908-D2A5-61F1CD496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12DFD6-A7A4-3EC2-D2E0-B6683AE2F7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4C706A-77C1-AADA-6AC5-3A97F57FFE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EFDDA75-D204-0808-4D0E-DD34FCA04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9EB3A71-6A22-6087-C567-D50B4E46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D4900DE-A290-B773-3F3D-5574F8616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F030EDC-DD31-CD9E-D44B-A3B11A90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1405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9FFD14-DA76-69F3-7F83-F48792710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AC574CA-F813-614D-41E8-32C49205B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ECAE663-D585-B16F-32FC-B8BDE704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880E5DB-44DC-AFEC-651F-58519C5C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934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50D1508-A493-A844-AC38-4CD8117F1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EE27849-2171-0BD9-A903-C82F16BF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570453-244A-D094-8691-50A6A2884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5069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E87EEA-C5C9-5F01-529C-0520C38F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537178-4CD4-DB27-35FD-5B68C583D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D5386-0270-26B0-BB9F-CF24E5E45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514717-0C32-2625-4D23-43EA15875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DE39CD-8E27-1927-4F4E-95B1CBB96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9DC1EC-3D35-357C-8725-DEB12F487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3190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703E1-8E5F-0FDF-7522-5735735CE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3C4690-FC0C-EE3D-71FB-505C3DC545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E05308-DCCC-5056-FEEC-336DBE8C42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C0ED38-45C0-87E9-9965-85617121B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B55E57D-92E5-004F-D2A2-5BF625BFA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F551FD-5E13-40B8-8AD5-0AD789EA0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0540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39E1BA-1C46-AC29-1A4D-F3C1AE11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A4D318C-FEC9-7F88-D0F6-C76F32A7DE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8901B4-D9D1-B457-DBD3-01C6BC82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5335F0-4BC0-2DA6-AB5C-98F5FD081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B47F47-72CA-6939-7213-8ACA8B292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5989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7B91E11-D8A7-3FC9-17EC-B7D79AD42C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974783-5379-22CD-29E3-44A1A7398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0F60AA-019C-9CA2-EA21-8F8B7BB08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A6068E-DE66-A9E2-2AD6-6C634099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0338E2-9EE7-2E49-A3FE-3B9D081E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864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DD6CAB2-0D5B-2B3D-E114-9FF751D5C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5A7FEF-8B9A-1508-D869-8930312E1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DBBC77-119B-F24B-ABCB-A9EF7E82D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F96FD5-E34D-C089-37DA-D792644099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F16D0D-5D53-25B1-A902-CDB06B4FE4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1067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D499BAF-EDF0-48A4-FC77-8EB10B4272C6}"/>
              </a:ext>
            </a:extLst>
          </p:cNvPr>
          <p:cNvSpPr txBox="1"/>
          <p:nvPr/>
        </p:nvSpPr>
        <p:spPr>
          <a:xfrm>
            <a:off x="2370399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ChatGPT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会员卡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CA2DA11-C49D-9543-4858-3115C4D0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D69145F5-00EE-C943-6340-7436E2568776}"/>
              </a:ext>
            </a:extLst>
          </p:cNvPr>
          <p:cNvSpPr txBox="1"/>
          <p:nvPr/>
        </p:nvSpPr>
        <p:spPr>
          <a:xfrm>
            <a:off x="567881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随机积分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BADE71E-76E9-CBEE-6D48-F8477EA38C84}"/>
              </a:ext>
            </a:extLst>
          </p:cNvPr>
          <p:cNvSpPr txBox="1"/>
          <p:nvPr/>
        </p:nvSpPr>
        <p:spPr>
          <a:xfrm>
            <a:off x="4172917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支付优惠券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75427A7-745D-FBD2-095F-CBD2C499D7CA}"/>
              </a:ext>
            </a:extLst>
          </p:cNvPr>
          <p:cNvSpPr txBox="1"/>
          <p:nvPr/>
        </p:nvSpPr>
        <p:spPr>
          <a:xfrm>
            <a:off x="2378797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轻奢办公椅</a:t>
            </a: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E794917-5F3C-E141-4E2B-2AF87D8BBD04}"/>
              </a:ext>
            </a:extLst>
          </p:cNvPr>
          <p:cNvSpPr txBox="1"/>
          <p:nvPr/>
        </p:nvSpPr>
        <p:spPr>
          <a:xfrm>
            <a:off x="576279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小霸王游戏机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CF56693-E5FB-6410-372B-C994E395347C}"/>
              </a:ext>
            </a:extLst>
          </p:cNvPr>
          <p:cNvSpPr txBox="1"/>
          <p:nvPr/>
        </p:nvSpPr>
        <p:spPr>
          <a:xfrm>
            <a:off x="4181315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su7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 体验</a:t>
            </a: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F160550-7DDF-8C56-1A0E-BFF07C722D70}"/>
              </a:ext>
            </a:extLst>
          </p:cNvPr>
          <p:cNvSpPr txBox="1"/>
          <p:nvPr/>
        </p:nvSpPr>
        <p:spPr>
          <a:xfrm>
            <a:off x="576279" y="3399727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暴走玩偶</a:t>
            </a: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767BADD-B57C-FDF5-E485-06AEC5A5A929}"/>
              </a:ext>
            </a:extLst>
          </p:cNvPr>
          <p:cNvSpPr txBox="1"/>
          <p:nvPr/>
        </p:nvSpPr>
        <p:spPr>
          <a:xfrm>
            <a:off x="4164519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小米台灯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A3E35DD5-9F89-8B7C-E732-E107E5D1B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1A7966F0-889B-3FFB-E46E-B5295D828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154E9FAF-DEC8-F558-9C6F-176B2AAB62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534" y="4138741"/>
            <a:ext cx="1015220" cy="101522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AA9575AB-CDE0-81AD-59EE-34719318AF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4765" y="4203618"/>
            <a:ext cx="791060" cy="79106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AAD6376-E338-B9A4-7521-A1CA5286A0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8065" y="4008423"/>
            <a:ext cx="1181450" cy="1181450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7FBD94DD-7421-4283-7940-B300325786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4A1D512D-A0AD-7709-DA70-4AD020C2E3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E4E31C-7622-3131-B8F4-F0AA45A727BA}"/>
              </a:ext>
            </a:extLst>
          </p:cNvPr>
          <p:cNvSpPr txBox="1"/>
          <p:nvPr/>
        </p:nvSpPr>
        <p:spPr>
          <a:xfrm>
            <a:off x="642550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ABE387E-1386-32B0-0EF7-E1242A965F34}"/>
              </a:ext>
            </a:extLst>
          </p:cNvPr>
          <p:cNvSpPr txBox="1"/>
          <p:nvPr/>
        </p:nvSpPr>
        <p:spPr>
          <a:xfrm>
            <a:off x="8309956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56A5D9B-7BDA-FE22-13EC-7835A30879B8}"/>
              </a:ext>
            </a:extLst>
          </p:cNvPr>
          <p:cNvSpPr txBox="1"/>
          <p:nvPr/>
        </p:nvSpPr>
        <p:spPr>
          <a:xfrm>
            <a:off x="1011247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9574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CA2DA11-C49D-9543-4858-3115C4D0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A3E35DD5-9F89-8B7C-E732-E107E5D1B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1A7966F0-889B-3FFB-E46E-B5295D828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154E9FAF-DEC8-F558-9C6F-176B2AAB62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534" y="4138741"/>
            <a:ext cx="1015220" cy="101522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AA9575AB-CDE0-81AD-59EE-34719318AF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4765" y="4203618"/>
            <a:ext cx="791060" cy="79106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AAD6376-E338-B9A4-7521-A1CA5286A0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8065" y="4008423"/>
            <a:ext cx="1181450" cy="1181450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7FBD94DD-7421-4283-7940-B300325786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4A1D512D-A0AD-7709-DA70-4AD020C2E3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98988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0490307F-978C-2246-EB59-9910A81D2D8B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7969EDC-64A3-1DCB-F30F-634AC311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64" y="447363"/>
            <a:ext cx="1446174" cy="12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037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F84CA37-A426-4626-BE15-1F50478EE44A}"/>
              </a:ext>
            </a:extLst>
          </p:cNvPr>
          <p:cNvGrpSpPr/>
          <p:nvPr/>
        </p:nvGrpSpPr>
        <p:grpSpPr>
          <a:xfrm>
            <a:off x="7529552" y="2863919"/>
            <a:ext cx="1594951" cy="1594951"/>
            <a:chOff x="7529552" y="2863919"/>
            <a:chExt cx="1594951" cy="1594951"/>
          </a:xfrm>
        </p:grpSpPr>
        <p:sp>
          <p:nvSpPr>
            <p:cNvPr id="4" name="圆角矩形 3">
              <a:extLst>
                <a:ext uri="{FF2B5EF4-FFF2-40B4-BE49-F238E27FC236}">
                  <a16:creationId xmlns:a16="http://schemas.microsoft.com/office/drawing/2014/main" id="{CB23C9A6-6E1B-F52B-FC85-5871370E694D}"/>
                </a:ext>
              </a:extLst>
            </p:cNvPr>
            <p:cNvSpPr/>
            <p:nvPr/>
          </p:nvSpPr>
          <p:spPr>
            <a:xfrm>
              <a:off x="7529552" y="2863919"/>
              <a:ext cx="1594951" cy="1594951"/>
            </a:xfrm>
            <a:prstGeom prst="roundRect">
              <a:avLst>
                <a:gd name="adj" fmla="val 3733"/>
              </a:avLst>
            </a:prstGeom>
            <a:gradFill flip="none" rotWithShape="1">
              <a:gsLst>
                <a:gs pos="0">
                  <a:srgbClr val="CB0000"/>
                </a:gs>
                <a:gs pos="100000">
                  <a:srgbClr val="0070C0"/>
                </a:gs>
              </a:gsLst>
              <a:lin ang="2700000" scaled="1"/>
              <a:tileRect/>
            </a:gradFill>
            <a:ln w="0">
              <a:solidFill>
                <a:schemeClr val="accent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36000" rtlCol="0" anchor="ctr"/>
            <a:lstStyle/>
            <a:p>
              <a:pPr algn="ctr"/>
              <a:r>
                <a:rPr kumimoji="1" lang="zh-CN" altLang="en-US" sz="4800" spc="5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华文琥珀" panose="02010800040101010101" pitchFamily="2" charset="-122"/>
                  <a:ea typeface="华文琥珀" panose="02010800040101010101" pitchFamily="2" charset="-122"/>
                </a:rPr>
                <a:t>点击</a:t>
              </a:r>
              <a:endParaRPr kumimoji="1" lang="en-US" altLang="zh-CN" sz="4800" spc="5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琥珀" panose="02010800040101010101" pitchFamily="2" charset="-122"/>
                <a:ea typeface="华文琥珀" panose="02010800040101010101" pitchFamily="2" charset="-122"/>
              </a:endParaRPr>
            </a:p>
            <a:p>
              <a:pPr algn="ctr"/>
              <a:r>
                <a:rPr kumimoji="1" lang="zh-CN" altLang="en-US" sz="4800" spc="5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华文琥珀" panose="02010800040101010101" pitchFamily="2" charset="-122"/>
                  <a:ea typeface="华文琥珀" panose="02010800040101010101" pitchFamily="2" charset="-122"/>
                </a:rPr>
                <a:t>抽奖</a:t>
              </a:r>
            </a:p>
          </p:txBody>
        </p:sp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96310B39-0B49-E397-94B7-190DC7CFE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27541" y="4084432"/>
              <a:ext cx="393794" cy="370629"/>
            </a:xfrm>
            <a:prstGeom prst="rect">
              <a:avLst/>
            </a:prstGeom>
          </p:spPr>
        </p:pic>
      </p:grpSp>
      <p:sp>
        <p:nvSpPr>
          <p:cNvPr id="6" name="圆角矩形 5">
            <a:extLst>
              <a:ext uri="{FF2B5EF4-FFF2-40B4-BE49-F238E27FC236}">
                <a16:creationId xmlns:a16="http://schemas.microsoft.com/office/drawing/2014/main" id="{E9E84574-B8AB-48D0-1B1A-C0F076C7AF26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24DBDB-B6EF-B0A4-A4E7-7997508BF1B2}"/>
              </a:ext>
            </a:extLst>
          </p:cNvPr>
          <p:cNvSpPr txBox="1"/>
          <p:nvPr/>
        </p:nvSpPr>
        <p:spPr>
          <a:xfrm>
            <a:off x="2370399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ChatGPT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会员卡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DB46D14A-2ED9-36AB-51DF-E337E8388C94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CE76483-1F35-75B7-D5A8-C7BD5731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851B274-8763-551E-9AB7-E05045E4E55C}"/>
              </a:ext>
            </a:extLst>
          </p:cNvPr>
          <p:cNvSpPr txBox="1"/>
          <p:nvPr/>
        </p:nvSpPr>
        <p:spPr>
          <a:xfrm>
            <a:off x="567881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随机积分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CF4A33D7-9492-4C04-B84B-048C86D884B8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52A6A20-5CFF-E45F-28C6-D6AA6C43C0CD}"/>
              </a:ext>
            </a:extLst>
          </p:cNvPr>
          <p:cNvSpPr txBox="1"/>
          <p:nvPr/>
        </p:nvSpPr>
        <p:spPr>
          <a:xfrm>
            <a:off x="4172917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支付优惠券</a:t>
            </a: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5A7B143D-7022-E1ED-9B4E-7A94365202B4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D398820-F8AB-D7DF-84A3-5F6440614B0D}"/>
              </a:ext>
            </a:extLst>
          </p:cNvPr>
          <p:cNvSpPr txBox="1"/>
          <p:nvPr/>
        </p:nvSpPr>
        <p:spPr>
          <a:xfrm>
            <a:off x="576279" y="3399727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暴走玩偶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CC070E2-B85F-3D5E-C2BE-64123C4BA23D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5CE9413-2196-786D-82C0-F33E57805B00}"/>
              </a:ext>
            </a:extLst>
          </p:cNvPr>
          <p:cNvSpPr txBox="1"/>
          <p:nvPr/>
        </p:nvSpPr>
        <p:spPr>
          <a:xfrm>
            <a:off x="4164519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小米台灯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0DF1FF3B-59C1-0BF8-F705-BABD760BE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21E0DE94-C9DA-AE48-D8C9-A3C051D24C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40A030AF-4DD9-4C5A-BD19-99BB8D8CB0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6C7BC7C6-AF06-7026-DD90-E902B917DB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30" name="圆角矩形 29">
            <a:extLst>
              <a:ext uri="{FF2B5EF4-FFF2-40B4-BE49-F238E27FC236}">
                <a16:creationId xmlns:a16="http://schemas.microsoft.com/office/drawing/2014/main" id="{271A6050-9B01-914E-AC17-FA87DDE58520}"/>
              </a:ext>
            </a:extLst>
          </p:cNvPr>
          <p:cNvSpPr/>
          <p:nvPr/>
        </p:nvSpPr>
        <p:spPr>
          <a:xfrm>
            <a:off x="577649" y="393432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025FEF0-7220-FC4E-E183-A430209A72B2}"/>
              </a:ext>
            </a:extLst>
          </p:cNvPr>
          <p:cNvSpPr txBox="1"/>
          <p:nvPr/>
        </p:nvSpPr>
        <p:spPr>
          <a:xfrm>
            <a:off x="577649" y="513456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DC202725-7025-76E2-4B3C-B554DF87B6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4904" y="4119342"/>
            <a:ext cx="1015220" cy="1015220"/>
          </a:xfrm>
          <a:prstGeom prst="rect">
            <a:avLst/>
          </a:prstGeom>
        </p:spPr>
      </p:pic>
      <p:sp>
        <p:nvSpPr>
          <p:cNvPr id="33" name="圆角矩形 32">
            <a:extLst>
              <a:ext uri="{FF2B5EF4-FFF2-40B4-BE49-F238E27FC236}">
                <a16:creationId xmlns:a16="http://schemas.microsoft.com/office/drawing/2014/main" id="{8C34BDA5-3DE2-C369-0284-71F181006D09}"/>
              </a:ext>
            </a:extLst>
          </p:cNvPr>
          <p:cNvSpPr/>
          <p:nvPr/>
        </p:nvSpPr>
        <p:spPr>
          <a:xfrm>
            <a:off x="576279" y="3885855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09CC7-44DB-FD2E-FDEA-10B1F0897F0B}"/>
              </a:ext>
            </a:extLst>
          </p:cNvPr>
          <p:cNvSpPr txBox="1"/>
          <p:nvPr/>
        </p:nvSpPr>
        <p:spPr>
          <a:xfrm>
            <a:off x="1757102" y="398044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CA07E83-1EEB-92F7-6A09-0D9ABE75E74F}"/>
              </a:ext>
            </a:extLst>
          </p:cNvPr>
          <p:cNvSpPr/>
          <p:nvPr/>
        </p:nvSpPr>
        <p:spPr>
          <a:xfrm>
            <a:off x="2371769" y="3937128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EEB67B6-4FB1-7A8A-B72B-86D28D17502D}"/>
              </a:ext>
            </a:extLst>
          </p:cNvPr>
          <p:cNvSpPr txBox="1"/>
          <p:nvPr/>
        </p:nvSpPr>
        <p:spPr>
          <a:xfrm>
            <a:off x="2371769" y="5137364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B3AD240B-19AF-C106-6F57-CE0AE67FF345}"/>
              </a:ext>
            </a:extLst>
          </p:cNvPr>
          <p:cNvSpPr/>
          <p:nvPr/>
        </p:nvSpPr>
        <p:spPr>
          <a:xfrm>
            <a:off x="4170303" y="3949028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1E1DF7B-43EC-4527-AADF-2171153F5B86}"/>
              </a:ext>
            </a:extLst>
          </p:cNvPr>
          <p:cNvSpPr txBox="1"/>
          <p:nvPr/>
        </p:nvSpPr>
        <p:spPr>
          <a:xfrm>
            <a:off x="4170303" y="5149264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F1CEE3A9-90F9-ADE4-B64B-431D866EFE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7737" y="4187021"/>
            <a:ext cx="791060" cy="791060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444F630D-839C-F0F1-9753-B0F145E92F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77053" y="4003726"/>
            <a:ext cx="1181450" cy="1181450"/>
          </a:xfrm>
          <a:prstGeom prst="rect">
            <a:avLst/>
          </a:prstGeom>
        </p:spPr>
      </p:pic>
      <p:sp>
        <p:nvSpPr>
          <p:cNvPr id="41" name="圆角矩形 40">
            <a:extLst>
              <a:ext uri="{FF2B5EF4-FFF2-40B4-BE49-F238E27FC236}">
                <a16:creationId xmlns:a16="http://schemas.microsoft.com/office/drawing/2014/main" id="{4CDCF707-3F9E-FD72-FFF7-2A07B6FF4451}"/>
              </a:ext>
            </a:extLst>
          </p:cNvPr>
          <p:cNvSpPr/>
          <p:nvPr/>
        </p:nvSpPr>
        <p:spPr>
          <a:xfrm>
            <a:off x="2358606" y="3910090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2" name="圆角矩形 41">
            <a:extLst>
              <a:ext uri="{FF2B5EF4-FFF2-40B4-BE49-F238E27FC236}">
                <a16:creationId xmlns:a16="http://schemas.microsoft.com/office/drawing/2014/main" id="{3F90C797-B172-FF0E-C51C-CD36818E3AA0}"/>
              </a:ext>
            </a:extLst>
          </p:cNvPr>
          <p:cNvSpPr/>
          <p:nvPr/>
        </p:nvSpPr>
        <p:spPr>
          <a:xfrm>
            <a:off x="4176511" y="3940756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A6541CD-1953-5818-5F7A-9BAB65FC8FC1}"/>
              </a:ext>
            </a:extLst>
          </p:cNvPr>
          <p:cNvSpPr txBox="1"/>
          <p:nvPr/>
        </p:nvSpPr>
        <p:spPr>
          <a:xfrm>
            <a:off x="3568797" y="39832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7AAB975-6E87-AA28-6A21-199046210CF4}"/>
              </a:ext>
            </a:extLst>
          </p:cNvPr>
          <p:cNvSpPr txBox="1"/>
          <p:nvPr/>
        </p:nvSpPr>
        <p:spPr>
          <a:xfrm>
            <a:off x="5366054" y="399212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10591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</TotalTime>
  <Words>112</Words>
  <Application>Microsoft Office PowerPoint</Application>
  <PresentationFormat>宽屏</PresentationFormat>
  <Paragraphs>47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AaWLH</vt:lpstr>
      <vt:lpstr>PingFang SC</vt:lpstr>
      <vt:lpstr>等线</vt:lpstr>
      <vt:lpstr>等线 Light</vt:lpstr>
      <vt:lpstr>华文琥珀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gzc</cp:lastModifiedBy>
  <cp:revision>24</cp:revision>
  <dcterms:created xsi:type="dcterms:W3CDTF">2024-04-27T02:04:00Z</dcterms:created>
  <dcterms:modified xsi:type="dcterms:W3CDTF">2025-11-22T12:06:56Z</dcterms:modified>
</cp:coreProperties>
</file>